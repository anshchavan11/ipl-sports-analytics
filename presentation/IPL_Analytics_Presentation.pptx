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 %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PBKS</c:v>
                  </c:pt>
                  <c:pt idx="1">
                    <c:v>LSG</c:v>
                  </c:pt>
                  <c:pt idx="2">
                    <c:v>SRH</c:v>
                  </c:pt>
                  <c:pt idx="3">
                    <c:v>KKR</c:v>
                  </c:pt>
                  <c:pt idx="4">
                    <c:v>RR</c:v>
                  </c:pt>
                  <c:pt idx="5">
                    <c:v>CSK</c:v>
                  </c:pt>
                  <c:pt idx="6">
                    <c:v>GT</c:v>
                  </c:pt>
                  <c:pt idx="7">
                    <c:v>MI</c:v>
                  </c:pt>
                  <c:pt idx="8">
                    <c:v>RCB</c:v>
                  </c:pt>
                  <c:pt idx="9">
                    <c:v>DC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55.8</c:v>
                </c:pt>
                <c:pt idx="1">
                  <c:v>55.56</c:v>
                </c:pt>
                <c:pt idx="2">
                  <c:v>55.07</c:v>
                </c:pt>
                <c:pt idx="3">
                  <c:v>54.35</c:v>
                </c:pt>
                <c:pt idx="4">
                  <c:v>49.28</c:v>
                </c:pt>
                <c:pt idx="5">
                  <c:v>49.28</c:v>
                </c:pt>
                <c:pt idx="6">
                  <c:v>48.15</c:v>
                </c:pt>
                <c:pt idx="7">
                  <c:v>45.65</c:v>
                </c:pt>
                <c:pt idx="8">
                  <c:v>44.93</c:v>
                </c:pt>
                <c:pt idx="9">
                  <c:v>44.2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spPr>
            <a:solidFill>
              <a:srgbClr val="990011"/>
            </a:solidFill>
            <a:ln w="38100" cap="flat">
              <a:solidFill>
                <a:srgbClr val="9900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0011"/>
              </a:solidFill>
              <a:ln w="9525" cap="flat">
                <a:solidFill>
                  <a:srgbClr val="9900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382</c:v>
                </c:pt>
                <c:pt idx="1">
                  <c:v>353</c:v>
                </c:pt>
                <c:pt idx="2">
                  <c:v>338</c:v>
                </c:pt>
                <c:pt idx="3">
                  <c:v>433</c:v>
                </c:pt>
                <c:pt idx="4">
                  <c:v>369</c:v>
                </c:pt>
                <c:pt idx="5">
                  <c:v>487</c:v>
                </c:pt>
                <c:pt idx="6">
                  <c:v>454</c:v>
                </c:pt>
                <c:pt idx="7">
                  <c:v>394</c:v>
                </c:pt>
                <c:pt idx="8">
                  <c:v>419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Toss Decision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3C7E"/>
              </a:solidFill>
              <a:effectLst/>
            </c:spPr>
          </c:dPt>
          <c:dPt>
            <c:idx val="1"/>
            <c:bubble3D val="0"/>
            <c:spPr>
              <a:solidFill>
                <a:srgbClr val="99001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Chose to Field</c:v>
                </c:pt>
                <c:pt idx="1">
                  <c:v>Chose to Bat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367</c:v>
                </c:pt>
                <c:pt idx="1">
                  <c:v>239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5029200" cy="5029200"/>
          </a:xfrm>
          <a:prstGeom prst="ellipse">
            <a:avLst/>
          </a:prstGeom>
          <a:solidFill>
            <a:srgbClr val="99001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657600" cy="3657600"/>
          </a:xfrm>
          <a:prstGeom prst="ellipse">
            <a:avLst/>
          </a:prstGeom>
          <a:solidFill>
            <a:srgbClr val="2F3C7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IPL SPORTS ANALYTICS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Data Analysis Project — SQL · Excel · PowerPoint · Live 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– 2024  |  9 Seasons  |  606 Matches  |  144,000+ Deliveries Analyzed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Project Demonstrates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657600"/>
          </a:xfrm>
          <a:prstGeom prst="roundRect">
            <a:avLst>
              <a:gd name="adj" fmla="val 2712"/>
            </a:avLst>
          </a:prstGeom>
          <a:solidFill>
            <a:srgbClr val="FCF6F5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148840"/>
            <a:ext cx="822960" cy="8229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Database &amp; SQL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schema, joins, aggregations, CTEs, and window functions across a 144K-row ball-by-ball table.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697480" cy="3657600"/>
          </a:xfrm>
          <a:prstGeom prst="roundRect">
            <a:avLst>
              <a:gd name="adj" fmla="val 2712"/>
            </a:avLst>
          </a:prstGeom>
          <a:solidFill>
            <a:srgbClr val="FCF6F5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1980" y="2148840"/>
            <a:ext cx="822960" cy="8229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441198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Excel Analysis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37033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 / XLOOKUP / INDEX-MATCH, pivot-style SUMIFS summaries, conditional formatting, and a chart dashboard.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697480" cy="3657600"/>
          </a:xfrm>
          <a:prstGeom prst="roundRect">
            <a:avLst>
              <a:gd name="adj" fmla="val 2712"/>
            </a:avLst>
          </a:prstGeom>
          <a:solidFill>
            <a:srgbClr val="FCF6F5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38060" y="2148840"/>
            <a:ext cx="822960" cy="8229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733806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37033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Stakeholder-ready storytelling deck translating raw stats into a clear narrative.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326880" y="1828800"/>
            <a:ext cx="2697480" cy="3657600"/>
          </a:xfrm>
          <a:prstGeom prst="roundRect">
            <a:avLst>
              <a:gd name="adj" fmla="val 2712"/>
            </a:avLst>
          </a:prstGeom>
          <a:solidFill>
            <a:srgbClr val="FCF6F5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64140" y="2148840"/>
            <a:ext cx="822960" cy="8229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1026414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0976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Dashboard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55480" y="370332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filterable web dashboard — the same analysis, explorable in real time.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Source &amp; Approach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Schema-matched to the public Kaggle dataset “IPL Complete Dataset (2008–2020)” (matches.csv + deliveries.csv) — the same structure used across dozens of published cricket-analytics projects.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28072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 realistic 9-season dataset (2016–2024) with the identical column structure as the real Kaggle files, so real data drops in with zero rebuild.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538728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4655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matches.csv and deliveries.csv into a relational database and wrote SQL to compute team, player, and season-level metrics.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97096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41239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Excel workbook on top of the raw + aggregated tables: lookups, pivot-style summaries, conditional formatting, and charts.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855464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55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47823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the findings into a 10-slide stakeholder presentation.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513832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513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54406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the core metrics as an interactive live dashboard (HTML/JS + Chart.js) for exploration beyond static slides.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Win Percentage by Team (2016–2024)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5895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73736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FCF6F5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0" y="2423160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Kings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all franchises with a 55.8% win rate across the period, narrowly ahead of newer entrants Lucknow Super Giants.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matters: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and LSG joined in 2022, so their win% is based on fewer matches (54) than the 9-season franchises (138).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Orange Cap (Most Runs) — Season by Season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5895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737360"/>
            <a:ext cx="3200400" cy="4297680"/>
          </a:xfrm>
          <a:prstGeom prst="roundRect">
            <a:avLst>
              <a:gd name="adj" fmla="val 2286"/>
            </a:avLst>
          </a:prstGeom>
          <a:solidFill>
            <a:srgbClr val="FCF6F5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0" y="2423160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stands out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highest single-season run tally (487) in the analyzed period, followed by a strong 2022 (454).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schedule: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2022 onward, the league grew to 10 teams and 90 matches per season, giving batters more innings to accumulate runs.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Top 5 Run Scorers (All Seasons)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789920" cy="2377440"/>
        </p:xfrm>
        <a:graphic>
          <a:graphicData uri="http://schemas.openxmlformats.org/drawingml/2006/table">
            <a:tbl>
              <a:tblPr/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Runs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Strike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6s / 4s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Mohammed Williamson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151.47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 / 210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Axar Williamson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151.68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 / 190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Liam Green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 / 188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Kagiso Behrendorff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145.37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 / 173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Sanju Smith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157.18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 / 175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572000"/>
            <a:ext cx="10789920" cy="1463040"/>
          </a:xfrm>
          <a:prstGeom prst="roundRect">
            <a:avLst>
              <a:gd name="adj" fmla="val 5000"/>
            </a:avLst>
          </a:prstGeom>
          <a:solidFill>
            <a:srgbClr val="FCF6F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75488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strike rates: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top-5 run scorers maintained a strike rate above 145 — reflecting T20 cricket's premium on scoring speed over pure accumulation. Sanju Smith posted the best strike rate (157.18) of the group despite the fewest innings.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Top 5 Wicket Takers (All Seasons)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789920" cy="2377440"/>
        </p:xfrm>
        <a:graphic>
          <a:graphicData uri="http://schemas.openxmlformats.org/drawingml/2006/table">
            <a:tbl>
              <a:tblPr/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Wickets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Wkts / 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Prithvi Yadav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 Rahane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Kagiso Behrendorff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Liam Green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Suryakumar Green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572000"/>
            <a:ext cx="10789920" cy="1463040"/>
          </a:xfrm>
          <a:prstGeom prst="roundRect">
            <a:avLst>
              <a:gd name="adj" fmla="val 5000"/>
            </a:avLst>
          </a:prstGeom>
          <a:solidFill>
            <a:srgbClr val="FCF6F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75488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over volume: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Prithvi Yadav topped the wicket charts (56) with the highest wickets-per-match rate (1.27) among the top 5 — taking fewer matches (44) than most peers to get there.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DYNAMICS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Does Winning the Toss Matter?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48463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828800"/>
            <a:ext cx="5577840" cy="4023360"/>
          </a:xfrm>
          <a:prstGeom prst="roundRect">
            <a:avLst>
              <a:gd name="adj" fmla="val 1818"/>
            </a:avLst>
          </a:prstGeom>
          <a:solidFill>
            <a:srgbClr val="FCF6F5"/>
          </a:solidFill>
          <a:ln/>
        </p:spPr>
      </p:sp>
      <p:sp>
        <p:nvSpPr>
          <p:cNvPr id="6" name="Text 3"/>
          <p:cNvSpPr/>
          <p:nvPr/>
        </p:nvSpPr>
        <p:spPr>
          <a:xfrm>
            <a:off x="612648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26480" y="256032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60.6% of captains chose to field first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winning the toss — the modern T20 preference for chasing under lights and clearer run-chase math.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barely matters: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that won the toss went on to win the match only 50.3% of the time — statistically no different from a coin flip. Toss decision correlates with strategy, not with outcome.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Excel &amp; SQL Techniques Applied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CF6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Excel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VLOOKUP, INDEX-MATCH, and XLOOKUP to pull match details dynamically by Match 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35584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SUMIFS / COUNTIFS pivot-style summaries for team win rates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19709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formatting: color scales and data bars to surface top/bottom performers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03834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Excel charts (bar, line, pie) wired directly to formula-driven ranges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CF6F5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65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SQL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5146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across matches and deliveries tables with foreign keys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335584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and UNIONs to compute matches-played across both team1/team2 columns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419709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(RANK, ROW_NUMBER) for season-by-season leaderboards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503834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and subqueries for toss-impact and head-to-head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990011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Explore the Full Project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· Excel workbook · this presentation · live interactive dashboard — all in one GitHub repository.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201168" cy="20116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" cy="20116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(GitHub Pages)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663440"/>
            <a:ext cx="201168" cy="20116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166360"/>
            <a:ext cx="201168" cy="20116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Scripts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GitHub / dashboard links here before sharing.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Sports Analytics — 2016-2024</dc:title>
  <dc:subject>PptxGenJS Presentation</dc:subject>
  <dc:creator>Portfolio Project</dc:creator>
  <cp:lastModifiedBy>Portfolio Project</cp:lastModifiedBy>
  <cp:revision>1</cp:revision>
  <dcterms:created xsi:type="dcterms:W3CDTF">2026-07-03T08:30:43Z</dcterms:created>
  <dcterms:modified xsi:type="dcterms:W3CDTF">2026-07-03T08:30:43Z</dcterms:modified>
</cp:coreProperties>
</file>